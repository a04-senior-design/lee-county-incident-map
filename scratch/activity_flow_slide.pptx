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request lifecycle for what happens when someone clicks 'Generate Report.'</a:t>
            </a:r>
          </a:p>
          <a:p/>
          <a:p>
            <a:r>
              <a:t>Design-wise, I kept it a single synchronous request/response — read the map bounds and date filter, POST once to /api/report, and everything downstream (filtering, rendering, PDF assembly) happens inside that one HTTP call. No polling, no websocket.</a:t>
            </a:r>
          </a:p>
          <a:p/>
          <a:p>
            <a:r>
              <a:t>Because it's synchronous, the button has to guard against a double-click while the report is generating — so the frontend disables it and relabels it 'Generating…' the instant it's clicked.</a:t>
            </a:r>
          </a:p>
          <a:p/>
          <a:p>
            <a:r>
              <a:t>On the backend, there's a fail-fast check: if the viewport and date filters together leave zero incidents, the endpoint returns HTTP 400 immediately, before doing any of the expensive work — downloading map tiles, rendering charts. No point building a report that would come back empty.</a:t>
            </a:r>
          </a:p>
          <a:p/>
          <a:p>
            <a:r>
              <a:t>Whichever way it goes, success or failure, both paths converge on the same 'restore button' step, wrapped in a finally block in the JavaScript, so the button can never get stuck loading. The diagram mirrors that directly: frontend on the left, backend on the right, and the two branches — bad request, and successful PDF — both flow back to that one recovery point on the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5F"/>
                </a:solidFill>
              </a:defRPr>
            </a:pPr>
            <a:r>
              <a:t>Generate Report — UI Activity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44444"/>
                </a:solidFill>
              </a:defRPr>
            </a:pPr>
            <a:r>
              <a:t>Design approach and proposed implementation for the Frontend / Backend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251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3A5F"/>
                </a:solidFill>
              </a:defRPr>
            </a:pPr>
            <a:r>
              <a:t>Design Approach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Single synchronous request/response — the whole flow (read bounds → POST → filter → render → assemble → download) completes in one HTTP round trip; no polling or websockets.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Button-state guard — the Generate Report button disables and relabels to “Generating…” immediately on click to block duplicate submissions.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Fail-fast on the server — zero incidents surviving the bounds+date filters returns HTTP 400 before any map or chart rendering is attempted.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Symmetric restore path — success and failure both converge on one “restore button” step via a finally block, so the UI can never get stuck loading.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  <a:defRPr sz="1500" b="1">
                <a:solidFill>
                  <a:srgbClr val="1E3A5F"/>
                </a:solidFill>
              </a:defRPr>
            </a:pPr>
            <a:r>
              <a:t>Proposed Implementation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Frontend reads map.getBounds() + the active date filter, POSTs {days, bounds} JSON to /api/report.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Backend pulls the in-memory geocoded incident cache and applies sequential viewport, then date-window filters.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On a match: _map_snapshot() (staticmap) and _bar_chart()/_line_chart() (Matplotlib) render into BytesIO buffers, then generate_pdf() (ReportLab) assembles and streams the PDF.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On no match: HTTP 400 returns immediately, skipping tile-download and chart-rendering cost entirely.</a:t>
            </a:r>
          </a:p>
          <a:p>
            <a:pPr lvl="1">
              <a:spcAft>
                <a:spcPts val="600"/>
              </a:spcAft>
              <a:defRPr sz="1050">
                <a:solidFill>
                  <a:srgbClr val="444444"/>
                </a:solidFill>
              </a:defRPr>
            </a:pPr>
            <a:r>
              <a:t>•  Browser receives the PDF blob, creates a temporary object URL, triggers download via a synthetic anchor click, and revokes the URL.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188720"/>
            <a:ext cx="3291840" cy="320040"/>
          </a:xfrm>
          <a:prstGeom prst="rect">
            <a:avLst/>
          </a:prstGeom>
          <a:solidFill>
            <a:srgbClr val="DCE6F1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Frontend (Browser)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188720"/>
            <a:ext cx="3291840" cy="320040"/>
          </a:xfrm>
          <a:prstGeom prst="rect">
            <a:avLst/>
          </a:prstGeom>
          <a:solidFill>
            <a:srgbClr val="E2EFDA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Backend (Flask Server)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1188720"/>
            <a:ext cx="0" cy="461772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55079" y="1645920"/>
            <a:ext cx="274320" cy="274320"/>
          </a:xfrm>
          <a:prstGeom prst="ellipse">
            <a:avLst/>
          </a:prstGeom>
          <a:solidFill>
            <a:srgbClr val="20202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120640" y="2057400"/>
            <a:ext cx="2743200" cy="4572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User clicks</a:t>
            </a:r>
          </a:p>
          <a:p>
            <a:pPr algn="ctr">
              <a:defRPr sz="1000" b="0">
                <a:solidFill>
                  <a:srgbClr val="202020"/>
                </a:solidFill>
              </a:defRPr>
            </a:pPr>
            <a:r>
              <a:t>“Generate Report”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651760"/>
            <a:ext cx="2743200" cy="5943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Read map.getBounds() &amp;</a:t>
            </a:r>
          </a:p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date filter; POST /api/report</a:t>
            </a:r>
          </a:p>
        </p:txBody>
      </p:sp>
      <p:sp>
        <p:nvSpPr>
          <p:cNvPr id="11" name="Diamond 10"/>
          <p:cNvSpPr/>
          <p:nvPr/>
        </p:nvSpPr>
        <p:spPr>
          <a:xfrm>
            <a:off x="5394960" y="3383280"/>
            <a:ext cx="2194560" cy="50292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Response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OK?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023360"/>
            <a:ext cx="1280160" cy="457200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Display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error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023360"/>
            <a:ext cx="1600200" cy="5943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Receive PDF blob,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trigger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4754880"/>
            <a:ext cx="2377440" cy="4572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Restore button</a:t>
            </a:r>
          </a:p>
        </p:txBody>
      </p:sp>
      <p:sp>
        <p:nvSpPr>
          <p:cNvPr id="15" name="Oval 14"/>
          <p:cNvSpPr/>
          <p:nvPr/>
        </p:nvSpPr>
        <p:spPr>
          <a:xfrm>
            <a:off x="6332220" y="5349240"/>
            <a:ext cx="320040" cy="320040"/>
          </a:xfrm>
          <a:prstGeom prst="ellipse">
            <a:avLst/>
          </a:prstGeom>
          <a:solidFill>
            <a:srgbClr val="20202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595360" y="1600200"/>
            <a:ext cx="2743200" cy="4572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Parse JSON body</a:t>
            </a:r>
          </a:p>
          <a:p>
            <a:pPr algn="ctr">
              <a:defRPr sz="1000" b="0">
                <a:solidFill>
                  <a:srgbClr val="202020"/>
                </a:solidFill>
              </a:defRPr>
            </a:pPr>
            <a:r>
              <a:t>(days, bounds)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194560"/>
            <a:ext cx="2743200" cy="5486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Retrieve incidents;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apply viewport + date filters</a:t>
            </a:r>
          </a:p>
        </p:txBody>
      </p:sp>
      <p:sp>
        <p:nvSpPr>
          <p:cNvPr id="18" name="Diamond 17"/>
          <p:cNvSpPr/>
          <p:nvPr/>
        </p:nvSpPr>
        <p:spPr>
          <a:xfrm>
            <a:off x="8778240" y="2880360"/>
            <a:ext cx="2377440" cy="54864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Incidents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remaining?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566160"/>
            <a:ext cx="1188720" cy="411480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Return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HTTP 400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3566160"/>
            <a:ext cx="1691640" cy="5943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Render snapshot &amp;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generate charts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297680"/>
            <a:ext cx="2377440" cy="4572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Assemble PDF</a:t>
            </a:r>
          </a:p>
          <a:p>
            <a:pPr algn="ctr">
              <a:defRPr sz="1000" b="0">
                <a:solidFill>
                  <a:srgbClr val="202020"/>
                </a:solidFill>
              </a:defRPr>
            </a:pPr>
            <a:r>
              <a:t>(ReportLab)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892040"/>
            <a:ext cx="2377440" cy="5486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Return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application/pdf response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92239" y="1920240"/>
            <a:ext cx="1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92240" y="2514600"/>
            <a:ext cx="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92240" y="3246120"/>
            <a:ext cx="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94960" y="3634740"/>
            <a:ext cx="365760" cy="38862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38060" y="3634740"/>
            <a:ext cx="251460" cy="38862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60720" y="4480560"/>
            <a:ext cx="731520" cy="27432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492240" y="4617720"/>
            <a:ext cx="84582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92240" y="5212080"/>
            <a:ext cx="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57800" y="3749039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i="1" b="1">
                <a:solidFill>
                  <a:srgbClr val="444444"/>
                </a:solidFill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749039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i="1" b="1">
                <a:solidFill>
                  <a:srgbClr val="444444"/>
                </a:solidFill>
              </a:defRPr>
            </a:pPr>
            <a:r>
              <a:t>Yes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66960" y="2057400"/>
            <a:ext cx="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966960" y="2743200"/>
            <a:ext cx="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78240" y="3154679"/>
            <a:ext cx="320040" cy="411481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675620" y="3154679"/>
            <a:ext cx="480060" cy="411481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875520" y="4160520"/>
            <a:ext cx="80010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75520" y="4754880"/>
            <a:ext cx="0" cy="13716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66760" y="3310128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i="1" b="1">
                <a:solidFill>
                  <a:srgbClr val="444444"/>
                </a:solidFill>
              </a:defRPr>
            </a:pPr>
            <a:r>
              <a:t>No (None)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3310128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i="1" b="1">
                <a:solidFill>
                  <a:srgbClr val="444444"/>
                </a:solidFill>
              </a:defRPr>
            </a:pPr>
            <a:r>
              <a:t>Yes (Some)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863840" y="1828800"/>
            <a:ext cx="731520" cy="1120140"/>
          </a:xfrm>
          <a:prstGeom prst="line">
            <a:avLst/>
          </a:prstGeom>
          <a:ln w="15875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7589520" y="3634740"/>
            <a:ext cx="1508760" cy="342899"/>
          </a:xfrm>
          <a:prstGeom prst="line">
            <a:avLst/>
          </a:prstGeom>
          <a:ln w="15875">
            <a:solidFill>
              <a:srgbClr val="A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138160" y="4320540"/>
            <a:ext cx="548640" cy="845819"/>
          </a:xfrm>
          <a:prstGeom prst="line">
            <a:avLst/>
          </a:prstGeom>
          <a:ln w="15875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