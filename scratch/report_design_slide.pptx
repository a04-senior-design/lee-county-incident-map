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how the registered-user PDF report actually gets built, server-side. The whole thing runs in Flask, in memory, inside a single request — no separate service, no temp files, no external process.</a:t>
            </a:r>
          </a:p>
          <a:p/>
          <a:p>
            <a:r>
              <a:t>I picked ReportLab's Platypus layer over WeasyPrint because the report content is mixed — a map image, two chart images, a couple of tables — and Platypus lets me assemble that programmatically from BytesIO buffers, without an HTML template step or a system dependency like Pango.</a:t>
            </a:r>
          </a:p>
          <a:p/>
          <a:p>
            <a:r>
              <a:t>For the map snapshot, I first looked at browser-side capture — leaflet-image, html2canvas, dom-to-image. They all hit the same wall: OpenStreetMap's tile server doesn't send CORS headers, so the browser can't read the tile pixels to composite an image — the 'tainted canvas' problem. Puppeteer would sidestep that by screenshotting from a headless Chromium on the server, but that's a lot of operational weight for a lightweight Flask app. staticmap solves it cleanly: it downloads OSM tiles server-side over plain Python requests, which isn't subject to browser CORS at all.</a:t>
            </a:r>
          </a:p>
          <a:p/>
          <a:p>
            <a:r>
              <a:t>Charts are Matplotlib running its non-interactive Agg backend, so there's no display environment needed — figures render straight into memory. The two charts on the right aren't mockups — they're real output from the project's own _bar_chart() and _line_chart() functions, run against sample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Registered User Reports — PDF Generation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444444"/>
                </a:solidFill>
              </a:defRPr>
            </a:pPr>
            <a:r>
              <a:t>Server-side rendering pipeline: ReportLab + Matplotlib + staticmap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25880"/>
            <a:ext cx="5943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E3A5F"/>
                </a:solidFill>
              </a:defRPr>
            </a:pPr>
            <a:r>
              <a:t>ReportLab (Platypus) over WeasyPrint</a:t>
            </a:r>
          </a:p>
          <a:p>
            <a:pPr lvl="1">
              <a:spcAft>
                <a:spcPts val="1200"/>
              </a:spcAft>
              <a:defRPr sz="1250">
                <a:solidFill>
                  <a:srgbClr val="444444"/>
                </a:solidFill>
              </a:defRPr>
            </a:pPr>
            <a:r>
              <a:t>Assembles Paragraphs, Tables, and Images programmatically from in-memory BytesIO buffers — no HTML/CSS templating step and no Pango system dependency to embed dynamic charts.</a:t>
            </a:r>
          </a:p>
          <a:p>
            <a:pPr>
              <a:spcAft>
                <a:spcPts val="200"/>
              </a:spcAft>
              <a:defRPr sz="1500" b="1">
                <a:solidFill>
                  <a:srgbClr val="1E3A5F"/>
                </a:solidFill>
              </a:defRPr>
            </a:pPr>
            <a:r>
              <a:t>staticmap over leaflet-image / html2canvas / dom-to-image</a:t>
            </a:r>
          </a:p>
          <a:p>
            <a:pPr lvl="1">
              <a:spcAft>
                <a:spcPts val="1200"/>
              </a:spcAft>
              <a:defRPr sz="1250">
                <a:solidFill>
                  <a:srgbClr val="444444"/>
                </a:solidFill>
              </a:defRPr>
            </a:pPr>
            <a:r>
              <a:t>Browser-side DOM/canvas capture hits the tainted-canvas limitation: OSM tiles don't send Access-Control-Allow-Origin, so cross-origin tile pixels can't be read client-side.</a:t>
            </a:r>
          </a:p>
          <a:p>
            <a:pPr>
              <a:spcAft>
                <a:spcPts val="200"/>
              </a:spcAft>
              <a:defRPr sz="1500" b="1">
                <a:solidFill>
                  <a:srgbClr val="1E3A5F"/>
                </a:solidFill>
              </a:defRPr>
            </a:pPr>
            <a:r>
              <a:t>staticmap over Puppeteer</a:t>
            </a:r>
          </a:p>
          <a:p>
            <a:pPr lvl="1">
              <a:spcAft>
                <a:spcPts val="1200"/>
              </a:spcAft>
              <a:defRPr sz="1250">
                <a:solidFill>
                  <a:srgbClr val="444444"/>
                </a:solidFill>
              </a:defRPr>
            </a:pPr>
            <a:r>
              <a:t>A headless-Chromium screenshot server sidesteps CORS too, but adds heavy memory/startup cost and a system dependency that doesn't fit a lightweight Flask deployment.</a:t>
            </a:r>
          </a:p>
          <a:p>
            <a:pPr>
              <a:spcAft>
                <a:spcPts val="200"/>
              </a:spcAft>
              <a:defRPr sz="1500" b="1">
                <a:solidFill>
                  <a:srgbClr val="1E3A5F"/>
                </a:solidFill>
              </a:defRPr>
            </a:pPr>
            <a:r>
              <a:t>Matplotlib with the Agg backend</a:t>
            </a:r>
          </a:p>
          <a:p>
            <a:pPr lvl="1">
              <a:spcAft>
                <a:spcPts val="1200"/>
              </a:spcAft>
              <a:defRPr sz="1250">
                <a:solidFill>
                  <a:srgbClr val="444444"/>
                </a:solidFill>
              </a:defRPr>
            </a:pPr>
            <a:r>
              <a:t>Renders bar/line charts headlessly straight into BytesIO PNG buffers — no display server, no temp files.</a:t>
            </a:r>
          </a:p>
          <a:p>
            <a:pPr>
              <a:spcAft>
                <a:spcPts val="200"/>
              </a:spcAft>
              <a:defRPr sz="1500" b="1">
                <a:solidFill>
                  <a:srgbClr val="1E3A5F"/>
                </a:solidFill>
              </a:defRPr>
            </a:pPr>
            <a:r>
              <a:t>Fully in-memory request pipeline</a:t>
            </a:r>
          </a:p>
          <a:p>
            <a:pPr lvl="1">
              <a:spcAft>
                <a:spcPts val="1200"/>
              </a:spcAft>
              <a:defRPr sz="1250">
                <a:solidFill>
                  <a:srgbClr val="444444"/>
                </a:solidFill>
              </a:defRPr>
            </a:pPr>
            <a:r>
              <a:t>Map snapshot, charts, and final PDF are generated and streamed back within a single Flask request/response — no external processes.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32588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5F"/>
                </a:solidFill>
              </a:defRPr>
            </a:pPr>
            <a:r>
              <a:t>Example charts from a generated report</a:t>
            </a:r>
          </a:p>
        </p:txBody>
      </p:sp>
      <p:pic>
        <p:nvPicPr>
          <p:cNvPr id="6" name="Picture 5" descr="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91640"/>
            <a:ext cx="5212080" cy="2203563"/>
          </a:xfrm>
          <a:prstGeom prst="rect">
            <a:avLst/>
          </a:prstGeom>
        </p:spPr>
      </p:pic>
      <p:pic>
        <p:nvPicPr>
          <p:cNvPr id="7" name="Picture 6" descr="line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160520"/>
            <a:ext cx="5212080" cy="18948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640080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44444"/>
                </a:solidFill>
              </a:defRPr>
            </a:pPr>
            <a:r>
              <a:t>Rendered with the project's own _bar_chart() / _line_chart() functions on sample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