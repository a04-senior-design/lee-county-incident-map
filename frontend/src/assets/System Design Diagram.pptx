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ABF5"/>
    <a:srgbClr val="2096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2"/>
  </p:normalViewPr>
  <p:slideViewPr>
    <p:cSldViewPr snapToGrid="0">
      <p:cViewPr varScale="1">
        <p:scale>
          <a:sx n="104" d="100"/>
          <a:sy n="104" d="100"/>
        </p:scale>
        <p:origin x="7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60D53-1110-E381-C5E3-5AAC405197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F321F9-16E1-62FA-49C9-F83490CA05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5D8B01-BA29-F4E0-70D8-9412E85C3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E02F5-9B4B-8C36-9AE7-90B74A2EF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9E63D-A9A7-3F16-D211-A01047F15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1602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89AED-2D3B-9FEA-E5E1-B334140E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895311-59C6-94E8-677D-E5F327964C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560A6A-7FAC-53BA-576A-3DDFF2371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10C147-57A8-DE43-7014-28C51D3CEC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0E221-FA7A-F4F0-9397-132920007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4649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C8D75-B684-1EE9-D700-1D536EEA2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84DF3-B021-A771-C6D8-12EE11E9B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0EF91E-4004-206A-E5E7-241E7D817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E5E386-EDB5-5BE3-A467-D78CFAA0D1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3F06B-7F82-D2C2-8299-545117F1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037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8AF37-E353-5DD5-D84A-1B52782060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26AD9-586B-27D7-CE92-02FBE7A2A9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941034-C1F5-64AD-BD72-FC67ABA80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801686-C91B-FEF5-A852-FBBB9F9B8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306A9F-C80B-EB74-AE89-E35508815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E45B0-3F89-BDBB-D730-AB407E923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3121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CFCDA-ADB9-D9AE-4213-7E199A2C9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1CFAD3-4633-B2B8-DBBD-72AE86902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286402-E421-201B-F52B-EBA96A0ABD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0F6EE11-9594-2812-9165-CEBE9EBD32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B3906-5084-7007-0234-701A222CB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E45D06-A259-0276-8582-A494CBC66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DF7AA6-D3A1-01E7-BB37-CC17DDDF1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387DD2-890E-EA6F-47B8-4A635F565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0644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EA0E6-A1B8-5501-B2F0-4EBF958F49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0111B9-54B0-25F3-0790-C1FF53912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D1CAB6-5502-5A17-347A-B4F6F6DF1F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696180-E634-6106-2D91-77FFD722A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462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78B8B2-9BF7-92F5-DCD5-2F390CD33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06BE34-4C26-7411-CFA0-B2C935BE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E00E02-5AD3-B213-991B-B4B94E317C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9517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2FD19-0511-142B-BF81-4B10CC0739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B7024-B711-7585-24F4-5B0DD21AA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097AA-8E56-3C3D-27FE-74898136F4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9A0A7B-05A7-89C1-8772-8944949D7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9BF556-E9CD-24E7-07BF-79982969C4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E4274E-3DDF-EA31-BD07-7F1872A10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376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E45862-3A44-1EF0-A277-8ADB2C03F4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5322933-68F6-1278-E599-D3FA6B8295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FB39F-FFC8-6269-F802-EFAED5C9E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0F11E6-045F-A87D-1867-E9BE2B935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B7BAC9-1456-2A36-C61A-EF30CE77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4847C1-9D4D-63BB-1EC1-D01F32978D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8465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367D-32DC-ABC7-738B-2CD1D341C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ACB2CA-29A5-BE2B-9316-5CEBEBF8F6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C062D2-D5E9-8148-7EE1-8EF54D84F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4C101-7CCA-B099-26AD-8CAD6B945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20478-1251-EFF6-3A3B-486D251FB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86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49DAEA-2532-BC24-1AF0-678B446912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729919-6458-53CF-EB33-9B0C56A073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197F76-F240-E292-DF80-E9908775A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E8FA0-0D5A-F1E9-8210-F9EB197AA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0EC506-1485-C719-682A-1F4670D0D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495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B64BAF-8FD5-14D7-CF50-118A8CD9A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A9C0DA-B6A1-D22D-9740-E0F7FA9AA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F13D57-2639-8EDC-EA0E-68C897DC4C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8084CE-BE81-4906-9442-467031588603}" type="datetimeFigureOut">
              <a:rPr lang="en-US" smtClean="0"/>
              <a:t>9/13/26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A9F8F8-DB8E-6155-4AA6-C0AF6F1A945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AF1B45-946D-4BAA-4FC8-E497C5F45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B036BF7-91C9-4296-AE98-4110379ECC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40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047F5-D981-284F-6110-1C9837C414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C042C34-A55F-D2FF-1A9D-C13B4BCC160D}"/>
              </a:ext>
            </a:extLst>
          </p:cNvPr>
          <p:cNvSpPr/>
          <p:nvPr/>
        </p:nvSpPr>
        <p:spPr>
          <a:xfrm rot="16200000">
            <a:off x="2384520" y="-1329471"/>
            <a:ext cx="279698" cy="4202546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Single Corner Snipped 5">
            <a:extLst>
              <a:ext uri="{FF2B5EF4-FFF2-40B4-BE49-F238E27FC236}">
                <a16:creationId xmlns:a16="http://schemas.microsoft.com/office/drawing/2014/main" id="{3E1A2EA9-1AF9-56F7-1A74-CFEBE36DE5E3}"/>
              </a:ext>
            </a:extLst>
          </p:cNvPr>
          <p:cNvSpPr>
            <a:spLocks/>
          </p:cNvSpPr>
          <p:nvPr/>
        </p:nvSpPr>
        <p:spPr>
          <a:xfrm flipH="1" flipV="1">
            <a:off x="11472984" y="-4"/>
            <a:ext cx="719015" cy="820617"/>
          </a:xfrm>
          <a:prstGeom prst="snip1Rect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1A22C82-809A-7B45-18F0-FA6C7CEA18E1}"/>
              </a:ext>
            </a:extLst>
          </p:cNvPr>
          <p:cNvSpPr/>
          <p:nvPr/>
        </p:nvSpPr>
        <p:spPr>
          <a:xfrm rot="5400000">
            <a:off x="2109204" y="-1502681"/>
            <a:ext cx="279698" cy="420254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2967A6-A37F-5131-DF40-4E28B67424BA}"/>
              </a:ext>
            </a:extLst>
          </p:cNvPr>
          <p:cNvSpPr txBox="1"/>
          <p:nvPr/>
        </p:nvSpPr>
        <p:spPr>
          <a:xfrm>
            <a:off x="147781" y="105227"/>
            <a:ext cx="468371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Calibri" panose="020F0502020204030204" pitchFamily="34" charset="0"/>
              </a:rPr>
              <a:t>System Design Diagram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9CB9841-97CD-FC15-6F76-36A4F12F1220}"/>
              </a:ext>
            </a:extLst>
          </p:cNvPr>
          <p:cNvSpPr txBox="1"/>
          <p:nvPr/>
        </p:nvSpPr>
        <p:spPr>
          <a:xfrm>
            <a:off x="11512064" y="105227"/>
            <a:ext cx="7190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Roboto" panose="02000000000000000000" pitchFamily="2" charset="0"/>
                <a:ea typeface="Roboto" panose="02000000000000000000" pitchFamily="2" charset="0"/>
              </a:rPr>
              <a:t>3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9DC60B-817E-3204-521C-3EF02810FB6B}"/>
              </a:ext>
            </a:extLst>
          </p:cNvPr>
          <p:cNvSpPr/>
          <p:nvPr/>
        </p:nvSpPr>
        <p:spPr>
          <a:xfrm>
            <a:off x="11574939" y="4842731"/>
            <a:ext cx="140677" cy="15005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45A86D5-6B50-274B-BDFA-F9BAC9262AD0}"/>
              </a:ext>
            </a:extLst>
          </p:cNvPr>
          <p:cNvSpPr/>
          <p:nvPr/>
        </p:nvSpPr>
        <p:spPr>
          <a:xfrm rot="16200000">
            <a:off x="10320571" y="4582351"/>
            <a:ext cx="140678" cy="30558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B2016CC-01B8-D342-9EE8-B5E12BC68B11}"/>
              </a:ext>
            </a:extLst>
          </p:cNvPr>
          <p:cNvSpPr/>
          <p:nvPr/>
        </p:nvSpPr>
        <p:spPr>
          <a:xfrm>
            <a:off x="11571026" y="6438264"/>
            <a:ext cx="132860" cy="135409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A32F8E50-F074-E133-D78F-2A1A2E62C271}"/>
              </a:ext>
            </a:extLst>
          </p:cNvPr>
          <p:cNvSpPr/>
          <p:nvPr/>
        </p:nvSpPr>
        <p:spPr>
          <a:xfrm>
            <a:off x="11778143" y="5809533"/>
            <a:ext cx="140677" cy="135410"/>
          </a:xfrm>
          <a:prstGeom prst="ellipse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EDAF535-F41E-E395-C085-B4FBE9EFFF52}"/>
              </a:ext>
            </a:extLst>
          </p:cNvPr>
          <p:cNvGrpSpPr/>
          <p:nvPr/>
        </p:nvGrpSpPr>
        <p:grpSpPr>
          <a:xfrm>
            <a:off x="-109402" y="1043517"/>
            <a:ext cx="11957883" cy="4933471"/>
            <a:chOff x="77075" y="1553321"/>
            <a:chExt cx="11957883" cy="4933471"/>
          </a:xfrm>
        </p:grpSpPr>
        <p:pic>
          <p:nvPicPr>
            <p:cNvPr id="4" name="Graphic 3" descr="Man outline">
              <a:extLst>
                <a:ext uri="{FF2B5EF4-FFF2-40B4-BE49-F238E27FC236}">
                  <a16:creationId xmlns:a16="http://schemas.microsoft.com/office/drawing/2014/main" id="{1ADE17D1-4289-FC6F-7F91-3030AA6C10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0663358" y="5023225"/>
              <a:ext cx="1371600" cy="1371600"/>
            </a:xfrm>
            <a:prstGeom prst="rect">
              <a:avLst/>
            </a:prstGeom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5AE804B-56DA-DF4B-8C03-5C4A7F00888B}"/>
                </a:ext>
              </a:extLst>
            </p:cNvPr>
            <p:cNvGrpSpPr/>
            <p:nvPr/>
          </p:nvGrpSpPr>
          <p:grpSpPr>
            <a:xfrm>
              <a:off x="745853" y="2004020"/>
              <a:ext cx="1398424" cy="2834640"/>
              <a:chOff x="1728563" y="956228"/>
              <a:chExt cx="1398424" cy="2834640"/>
            </a:xfrm>
          </p:grpSpPr>
          <p:sp>
            <p:nvSpPr>
              <p:cNvPr id="91" name="Rectangle: Rounded Corners 3">
                <a:extLst>
                  <a:ext uri="{FF2B5EF4-FFF2-40B4-BE49-F238E27FC236}">
                    <a16:creationId xmlns:a16="http://schemas.microsoft.com/office/drawing/2014/main" id="{55D6D040-CDC1-1BBB-D546-E1BEB2E693A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728563" y="956228"/>
                <a:ext cx="1398424" cy="283464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2" name="Cube 91">
                <a:extLst>
                  <a:ext uri="{FF2B5EF4-FFF2-40B4-BE49-F238E27FC236}">
                    <a16:creationId xmlns:a16="http://schemas.microsoft.com/office/drawing/2014/main" id="{DA02AA4A-C7CA-DB4D-8552-069469297BF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93264" y="1191638"/>
                <a:ext cx="243840" cy="365760"/>
              </a:xfrm>
              <a:prstGeom prst="cube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3" name="Cube 92">
                <a:extLst>
                  <a:ext uri="{FF2B5EF4-FFF2-40B4-BE49-F238E27FC236}">
                    <a16:creationId xmlns:a16="http://schemas.microsoft.com/office/drawing/2014/main" id="{9925CEFF-26F9-BBC4-D4C4-547CA79ADDA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693264" y="2003897"/>
                <a:ext cx="243840" cy="365760"/>
              </a:xfrm>
              <a:prstGeom prst="cube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4" name="Cube 93">
                <a:extLst>
                  <a:ext uri="{FF2B5EF4-FFF2-40B4-BE49-F238E27FC236}">
                    <a16:creationId xmlns:a16="http://schemas.microsoft.com/office/drawing/2014/main" id="{E00AF7AC-5690-27F2-CF92-5AF929FD24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713411" y="3182986"/>
                <a:ext cx="243840" cy="365760"/>
              </a:xfrm>
              <a:prstGeom prst="cube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8153960-3AFE-8F1D-A7F9-01E20B6A6D9C}"/>
                  </a:ext>
                </a:extLst>
              </p:cNvPr>
              <p:cNvSpPr txBox="1"/>
              <p:nvPr/>
            </p:nvSpPr>
            <p:spPr>
              <a:xfrm>
                <a:off x="1739953" y="1327458"/>
                <a:ext cx="9533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Server 1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E4D2D023-84BC-3D05-9879-ADFB9FA4098B}"/>
                  </a:ext>
                </a:extLst>
              </p:cNvPr>
              <p:cNvSpPr txBox="1"/>
              <p:nvPr/>
            </p:nvSpPr>
            <p:spPr>
              <a:xfrm>
                <a:off x="1739952" y="2108588"/>
                <a:ext cx="953311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Server 2</a:t>
                </a:r>
              </a:p>
            </p:txBody>
          </p:sp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B62D4C29-D88C-9A67-EEC8-968129F05D5F}"/>
                  </a:ext>
                </a:extLst>
              </p:cNvPr>
              <p:cNvSpPr txBox="1"/>
              <p:nvPr/>
            </p:nvSpPr>
            <p:spPr>
              <a:xfrm>
                <a:off x="2674825" y="2456999"/>
                <a:ext cx="321013" cy="553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b="1" dirty="0"/>
                  <a:t>.</a:t>
                </a:r>
              </a:p>
              <a:p>
                <a:r>
                  <a:rPr lang="en-US" sz="1000" b="1" dirty="0"/>
                  <a:t>.</a:t>
                </a:r>
              </a:p>
              <a:p>
                <a:r>
                  <a:rPr lang="en-US" sz="1000" b="1" dirty="0"/>
                  <a:t>.</a:t>
                </a:r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86E816C-72C7-03DA-EFD0-21E810AD0549}"/>
                </a:ext>
              </a:extLst>
            </p:cNvPr>
            <p:cNvSpPr txBox="1"/>
            <p:nvPr/>
          </p:nvSpPr>
          <p:spPr>
            <a:xfrm>
              <a:off x="77075" y="1553321"/>
              <a:ext cx="286771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Temporary Servers</a:t>
              </a:r>
            </a:p>
            <a:p>
              <a:pPr algn="ctr"/>
              <a:r>
                <a:rPr lang="en-US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(Historical Data Collection)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B71F65E-5629-D5F5-23E8-88A6C677E238}"/>
                </a:ext>
              </a:extLst>
            </p:cNvPr>
            <p:cNvGrpSpPr/>
            <p:nvPr/>
          </p:nvGrpSpPr>
          <p:grpSpPr>
            <a:xfrm>
              <a:off x="337577" y="4966213"/>
              <a:ext cx="2214014" cy="1510100"/>
              <a:chOff x="3078807" y="5255486"/>
              <a:chExt cx="2214014" cy="1510100"/>
            </a:xfrm>
          </p:grpSpPr>
          <p:pic>
            <p:nvPicPr>
              <p:cNvPr id="89" name="Graphic 88" descr="Database outline">
                <a:extLst>
                  <a:ext uri="{FF2B5EF4-FFF2-40B4-BE49-F238E27FC236}">
                    <a16:creationId xmlns:a16="http://schemas.microsoft.com/office/drawing/2014/main" id="{606AF469-F63B-D8D1-3176-2B8D556DAD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500014" y="5393986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D576401D-C9A7-7505-A281-C7ACA2CF612B}"/>
                  </a:ext>
                </a:extLst>
              </p:cNvPr>
              <p:cNvSpPr txBox="1"/>
              <p:nvPr/>
            </p:nvSpPr>
            <p:spPr>
              <a:xfrm>
                <a:off x="3078807" y="5255486"/>
                <a:ext cx="22140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County Database</a:t>
                </a:r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13431E14-AD50-C879-09F9-D6FCAEAEEB80}"/>
                </a:ext>
              </a:extLst>
            </p:cNvPr>
            <p:cNvGrpSpPr/>
            <p:nvPr/>
          </p:nvGrpSpPr>
          <p:grpSpPr>
            <a:xfrm>
              <a:off x="2881861" y="3722342"/>
              <a:ext cx="839821" cy="842618"/>
              <a:chOff x="9737734" y="1827725"/>
              <a:chExt cx="839821" cy="842618"/>
            </a:xfrm>
          </p:grpSpPr>
          <p:sp>
            <p:nvSpPr>
              <p:cNvPr id="87" name="Oval 86">
                <a:extLst>
                  <a:ext uri="{FF2B5EF4-FFF2-40B4-BE49-F238E27FC236}">
                    <a16:creationId xmlns:a16="http://schemas.microsoft.com/office/drawing/2014/main" id="{17FC91B2-1AEF-28F7-7CB0-EDDA6D76A621}"/>
                  </a:ext>
                </a:extLst>
              </p:cNvPr>
              <p:cNvSpPr/>
              <p:nvPr/>
            </p:nvSpPr>
            <p:spPr>
              <a:xfrm>
                <a:off x="9737734" y="1827725"/>
                <a:ext cx="839821" cy="842618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TextBox 87">
                <a:extLst>
                  <a:ext uri="{FF2B5EF4-FFF2-40B4-BE49-F238E27FC236}">
                    <a16:creationId xmlns:a16="http://schemas.microsoft.com/office/drawing/2014/main" id="{EC70E60A-4D0A-286C-6DD6-3320A7F3A6A5}"/>
                  </a:ext>
                </a:extLst>
              </p:cNvPr>
              <p:cNvSpPr txBox="1"/>
              <p:nvPr/>
            </p:nvSpPr>
            <p:spPr>
              <a:xfrm>
                <a:off x="9800014" y="2018201"/>
                <a:ext cx="71526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County</a:t>
                </a:r>
              </a:p>
              <a:p>
                <a:pPr algn="ctr"/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API</a:t>
                </a:r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548A88E8-2930-E331-D082-ED8403B3920D}"/>
                </a:ext>
              </a:extLst>
            </p:cNvPr>
            <p:cNvCxnSpPr>
              <a:cxnSpLocks/>
              <a:stCxn id="87" idx="2"/>
            </p:cNvCxnSpPr>
            <p:nvPr/>
          </p:nvCxnSpPr>
          <p:spPr>
            <a:xfrm flipH="1">
              <a:off x="2152842" y="4143651"/>
              <a:ext cx="729019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B00D216-E72A-7811-E2CF-A51BAF201EC9}"/>
                </a:ext>
              </a:extLst>
            </p:cNvPr>
            <p:cNvGrpSpPr/>
            <p:nvPr/>
          </p:nvGrpSpPr>
          <p:grpSpPr>
            <a:xfrm>
              <a:off x="3769626" y="1752111"/>
              <a:ext cx="2214014" cy="1510100"/>
              <a:chOff x="3078807" y="5255486"/>
              <a:chExt cx="2214014" cy="1510100"/>
            </a:xfrm>
          </p:grpSpPr>
          <p:pic>
            <p:nvPicPr>
              <p:cNvPr id="85" name="Graphic 84" descr="Database outline">
                <a:extLst>
                  <a:ext uri="{FF2B5EF4-FFF2-40B4-BE49-F238E27FC236}">
                    <a16:creationId xmlns:a16="http://schemas.microsoft.com/office/drawing/2014/main" id="{2C18C39E-DCFC-9919-CFA7-C6AB880549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p:blipFill>
            <p:spPr>
              <a:xfrm>
                <a:off x="3500014" y="5393986"/>
                <a:ext cx="1371600" cy="1371600"/>
              </a:xfrm>
              <a:prstGeom prst="rect">
                <a:avLst/>
              </a:prstGeom>
            </p:spPr>
          </p:pic>
          <p:sp>
            <p:nvSpPr>
              <p:cNvPr id="86" name="TextBox 85">
                <a:extLst>
                  <a:ext uri="{FF2B5EF4-FFF2-40B4-BE49-F238E27FC236}">
                    <a16:creationId xmlns:a16="http://schemas.microsoft.com/office/drawing/2014/main" id="{143CAD0E-E47E-2B40-8812-5FF761B9E7B7}"/>
                  </a:ext>
                </a:extLst>
              </p:cNvPr>
              <p:cNvSpPr txBox="1"/>
              <p:nvPr/>
            </p:nvSpPr>
            <p:spPr>
              <a:xfrm>
                <a:off x="3078807" y="5255486"/>
                <a:ext cx="221401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Application Database</a:t>
                </a:r>
              </a:p>
            </p:txBody>
          </p:sp>
        </p:grp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698FD2CD-7501-0473-8A4D-7ABFC22D61FE}"/>
                </a:ext>
              </a:extLst>
            </p:cNvPr>
            <p:cNvCxnSpPr>
              <a:cxnSpLocks/>
              <a:stCxn id="81" idx="3"/>
            </p:cNvCxnSpPr>
            <p:nvPr/>
          </p:nvCxnSpPr>
          <p:spPr>
            <a:xfrm flipV="1">
              <a:off x="8820714" y="5781020"/>
              <a:ext cx="639067" cy="3458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F00AE0F-0666-A2BD-DC62-B370C685F2C7}"/>
                </a:ext>
              </a:extLst>
            </p:cNvPr>
            <p:cNvCxnSpPr>
              <a:cxnSpLocks/>
            </p:cNvCxnSpPr>
            <p:nvPr/>
          </p:nvCxnSpPr>
          <p:spPr>
            <a:xfrm>
              <a:off x="10598329" y="5781020"/>
              <a:ext cx="457200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44F06EB-339D-71FB-439F-03D8882D0965}"/>
                </a:ext>
              </a:extLst>
            </p:cNvPr>
            <p:cNvCxnSpPr>
              <a:cxnSpLocks/>
              <a:endCxn id="82" idx="0"/>
            </p:cNvCxnSpPr>
            <p:nvPr/>
          </p:nvCxnSpPr>
          <p:spPr>
            <a:xfrm>
              <a:off x="7945805" y="4512349"/>
              <a:ext cx="2393" cy="586329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F139429C-1A47-E8B2-E50F-64ACCF60F62D}"/>
                </a:ext>
              </a:extLst>
            </p:cNvPr>
            <p:cNvGrpSpPr/>
            <p:nvPr/>
          </p:nvGrpSpPr>
          <p:grpSpPr>
            <a:xfrm>
              <a:off x="7112129" y="5098678"/>
              <a:ext cx="1723415" cy="1371600"/>
              <a:chOff x="7717276" y="5276318"/>
              <a:chExt cx="1723415" cy="1371600"/>
            </a:xfrm>
          </p:grpSpPr>
          <p:sp>
            <p:nvSpPr>
              <p:cNvPr id="81" name="Rectangle: Rounded Corners 82">
                <a:extLst>
                  <a:ext uri="{FF2B5EF4-FFF2-40B4-BE49-F238E27FC236}">
                    <a16:creationId xmlns:a16="http://schemas.microsoft.com/office/drawing/2014/main" id="{3879AFB7-A85F-716A-A97C-912B9EFF4F17}"/>
                  </a:ext>
                </a:extLst>
              </p:cNvPr>
              <p:cNvSpPr/>
              <p:nvPr/>
            </p:nvSpPr>
            <p:spPr>
              <a:xfrm>
                <a:off x="7717276" y="5276318"/>
                <a:ext cx="1708585" cy="13716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737A0F8E-D1E0-D6F7-AFC1-874E1549D6B8}"/>
                  </a:ext>
                </a:extLst>
              </p:cNvPr>
              <p:cNvSpPr txBox="1"/>
              <p:nvPr/>
            </p:nvSpPr>
            <p:spPr>
              <a:xfrm>
                <a:off x="8252621" y="5276318"/>
                <a:ext cx="60144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React</a:t>
                </a:r>
              </a:p>
            </p:txBody>
          </p:sp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1910C4E6-7DC9-1023-2F1E-199359B4C0FD}"/>
                  </a:ext>
                </a:extLst>
              </p:cNvPr>
              <p:cNvSpPr txBox="1"/>
              <p:nvPr/>
            </p:nvSpPr>
            <p:spPr>
              <a:xfrm>
                <a:off x="7745129" y="5607384"/>
                <a:ext cx="1461417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171450" indent="-171450">
                  <a:buFontTx/>
                  <a:buChar char="-"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Interactive Map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User-Generated Report</a:t>
                </a:r>
              </a:p>
              <a:p>
                <a:pPr marL="171450" indent="-171450">
                  <a:buFontTx/>
                  <a:buChar char="-"/>
                </a:pPr>
                <a:r>
                  <a:rPr lang="en-US" sz="1200" dirty="0">
                    <a:latin typeface="Arial" panose="020B0604020202020204" pitchFamily="34" charset="0"/>
                    <a:cs typeface="Arial" panose="020B0604020202020204" pitchFamily="34" charset="0"/>
                  </a:rPr>
                  <a:t>Animation</a:t>
                </a:r>
              </a:p>
            </p:txBody>
          </p: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F86AF991-6DB8-0308-B708-75C8F1E9C6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7717276" y="5553317"/>
                <a:ext cx="172341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9A0F89B-D76B-DDA3-CADA-2373B46C79AB}"/>
                </a:ext>
              </a:extLst>
            </p:cNvPr>
            <p:cNvGrpSpPr/>
            <p:nvPr/>
          </p:nvGrpSpPr>
          <p:grpSpPr>
            <a:xfrm>
              <a:off x="9338650" y="5095220"/>
              <a:ext cx="1371600" cy="1371600"/>
              <a:chOff x="9501002" y="5214445"/>
              <a:chExt cx="1371600" cy="1371600"/>
            </a:xfrm>
          </p:grpSpPr>
          <p:pic>
            <p:nvPicPr>
              <p:cNvPr id="79" name="Graphic 78" descr="Monitor outline">
                <a:extLst>
                  <a:ext uri="{FF2B5EF4-FFF2-40B4-BE49-F238E27FC236}">
                    <a16:creationId xmlns:a16="http://schemas.microsoft.com/office/drawing/2014/main" id="{27540E48-618B-804A-D2B6-B60FFC8EA2E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p:blipFill>
            <p:spPr>
              <a:xfrm>
                <a:off x="9501002" y="5214445"/>
                <a:ext cx="1371600" cy="1371600"/>
              </a:xfrm>
              <a:prstGeom prst="rect">
                <a:avLst/>
              </a:prstGeom>
            </p:spPr>
          </p:pic>
          <p:pic>
            <p:nvPicPr>
              <p:cNvPr id="80" name="Graphic 79" descr="Map with pin with solid fill">
                <a:extLst>
                  <a:ext uri="{FF2B5EF4-FFF2-40B4-BE49-F238E27FC236}">
                    <a16:creationId xmlns:a16="http://schemas.microsoft.com/office/drawing/2014/main" id="{A196D825-C910-D636-8201-A3F520BAB8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9866762" y="5473168"/>
                <a:ext cx="640080" cy="640080"/>
              </a:xfrm>
              <a:prstGeom prst="rect">
                <a:avLst/>
              </a:prstGeom>
            </p:spPr>
          </p:pic>
        </p:grpSp>
        <p:cxnSp>
          <p:nvCxnSpPr>
            <p:cNvPr id="28" name="Connector: Elbow 127">
              <a:extLst>
                <a:ext uri="{FF2B5EF4-FFF2-40B4-BE49-F238E27FC236}">
                  <a16:creationId xmlns:a16="http://schemas.microsoft.com/office/drawing/2014/main" id="{D33C5C75-A7B1-7CB4-3B23-D761A4D1C4A6}"/>
                </a:ext>
              </a:extLst>
            </p:cNvPr>
            <p:cNvCxnSpPr>
              <a:cxnSpLocks/>
              <a:stCxn id="65" idx="1"/>
            </p:cNvCxnSpPr>
            <p:nvPr/>
          </p:nvCxnSpPr>
          <p:spPr>
            <a:xfrm rot="10800000">
              <a:off x="5288617" y="2595990"/>
              <a:ext cx="2463447" cy="1668305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70C0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41F03B55-0D4A-5E01-EB22-06C8F1616F14}"/>
                </a:ext>
              </a:extLst>
            </p:cNvPr>
            <p:cNvCxnSpPr>
              <a:cxnSpLocks/>
              <a:stCxn id="74" idx="3"/>
              <a:endCxn id="71" idx="1"/>
            </p:cNvCxnSpPr>
            <p:nvPr/>
          </p:nvCxnSpPr>
          <p:spPr>
            <a:xfrm>
              <a:off x="9854686" y="3160121"/>
              <a:ext cx="236472" cy="968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non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D399B8E5-B964-557A-3388-A485C785C154}"/>
                </a:ext>
              </a:extLst>
            </p:cNvPr>
            <p:cNvSpPr/>
            <p:nvPr/>
          </p:nvSpPr>
          <p:spPr>
            <a:xfrm>
              <a:off x="10413938" y="3598116"/>
              <a:ext cx="262304" cy="13176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8B7130D2-441E-F516-6447-74276B35A1FF}"/>
                </a:ext>
              </a:extLst>
            </p:cNvPr>
            <p:cNvGrpSpPr/>
            <p:nvPr/>
          </p:nvGrpSpPr>
          <p:grpSpPr>
            <a:xfrm>
              <a:off x="9257004" y="3606473"/>
              <a:ext cx="698562" cy="1273897"/>
              <a:chOff x="9184001" y="4685532"/>
              <a:chExt cx="698562" cy="1273897"/>
            </a:xfrm>
          </p:grpSpPr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5A0D9774-C009-E6E3-DEEC-A71B3DAAF51F}"/>
                  </a:ext>
                </a:extLst>
              </p:cNvPr>
              <p:cNvSpPr/>
              <p:nvPr/>
            </p:nvSpPr>
            <p:spPr>
              <a:xfrm>
                <a:off x="9184001" y="4685532"/>
                <a:ext cx="262304" cy="1317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8" name="Connector: Curved 187">
                <a:extLst>
                  <a:ext uri="{FF2B5EF4-FFF2-40B4-BE49-F238E27FC236}">
                    <a16:creationId xmlns:a16="http://schemas.microsoft.com/office/drawing/2014/main" id="{C2F88CA3-13A8-C91A-6759-5FA9BC34CFDA}"/>
                  </a:ext>
                </a:extLst>
              </p:cNvPr>
              <p:cNvCxnSpPr>
                <a:cxnSpLocks/>
                <a:stCxn id="77" idx="6"/>
                <a:endCxn id="33" idx="0"/>
              </p:cNvCxnSpPr>
              <p:nvPr/>
            </p:nvCxnSpPr>
            <p:spPr>
              <a:xfrm>
                <a:off x="9446305" y="4751412"/>
                <a:ext cx="436258" cy="1208017"/>
              </a:xfrm>
              <a:prstGeom prst="curvedConnector2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2" name="Connector: Curved 188">
              <a:extLst>
                <a:ext uri="{FF2B5EF4-FFF2-40B4-BE49-F238E27FC236}">
                  <a16:creationId xmlns:a16="http://schemas.microsoft.com/office/drawing/2014/main" id="{853EA3FE-C7F2-04EF-DF78-AC6A547C9EFA}"/>
                </a:ext>
              </a:extLst>
            </p:cNvPr>
            <p:cNvCxnSpPr>
              <a:cxnSpLocks/>
              <a:stCxn id="30" idx="2"/>
              <a:endCxn id="33" idx="0"/>
            </p:cNvCxnSpPr>
            <p:nvPr/>
          </p:nvCxnSpPr>
          <p:spPr>
            <a:xfrm rot="10800000" flipV="1">
              <a:off x="9955566" y="3663996"/>
              <a:ext cx="458372" cy="1216374"/>
            </a:xfrm>
            <a:prstGeom prst="curved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3F53818-317A-D82A-6062-42A72D855229}"/>
                </a:ext>
              </a:extLst>
            </p:cNvPr>
            <p:cNvSpPr txBox="1"/>
            <p:nvPr/>
          </p:nvSpPr>
          <p:spPr>
            <a:xfrm>
              <a:off x="9459781" y="4880370"/>
              <a:ext cx="991569" cy="2511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i="1" dirty="0">
                  <a:latin typeface="Arial" panose="020B0604020202020204" pitchFamily="34" charset="0"/>
                  <a:cs typeface="Arial" panose="020B0604020202020204" pitchFamily="34" charset="0"/>
                </a:rPr>
                <a:t>PNG Image</a:t>
              </a:r>
            </a:p>
          </p:txBody>
        </p: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C811DF20-9B31-1062-15EA-628CAFE51DD8}"/>
                </a:ext>
              </a:extLst>
            </p:cNvPr>
            <p:cNvCxnSpPr>
              <a:cxnSpLocks/>
              <a:stCxn id="74" idx="2"/>
              <a:endCxn id="65" idx="0"/>
            </p:cNvCxnSpPr>
            <p:nvPr/>
          </p:nvCxnSpPr>
          <p:spPr>
            <a:xfrm>
              <a:off x="9394408" y="3471706"/>
              <a:ext cx="7" cy="544532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non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1911EFC3-52CB-6453-8410-0894ED78C89C}"/>
                </a:ext>
              </a:extLst>
            </p:cNvPr>
            <p:cNvCxnSpPr>
              <a:cxnSpLocks/>
              <a:stCxn id="71" idx="2"/>
            </p:cNvCxnSpPr>
            <p:nvPr/>
          </p:nvCxnSpPr>
          <p:spPr>
            <a:xfrm>
              <a:off x="10551437" y="3472674"/>
              <a:ext cx="0" cy="543564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non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03E7F06E-4542-FC00-CF76-E3B05349B275}"/>
                </a:ext>
              </a:extLst>
            </p:cNvPr>
            <p:cNvGrpSpPr/>
            <p:nvPr/>
          </p:nvGrpSpPr>
          <p:grpSpPr>
            <a:xfrm>
              <a:off x="7148947" y="1567503"/>
              <a:ext cx="4490937" cy="3166638"/>
              <a:chOff x="7148947" y="1575267"/>
              <a:chExt cx="4490937" cy="3166638"/>
            </a:xfrm>
          </p:grpSpPr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65C3A83A-61CC-7D1F-A0C6-E286F71CB57F}"/>
                  </a:ext>
                </a:extLst>
              </p:cNvPr>
              <p:cNvSpPr txBox="1"/>
              <p:nvPr/>
            </p:nvSpPr>
            <p:spPr>
              <a:xfrm>
                <a:off x="9172793" y="4133557"/>
                <a:ext cx="44114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API</a:t>
                </a:r>
              </a:p>
            </p:txBody>
          </p: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79FD93BD-D117-D95C-2284-05929ABB7B8C}"/>
                  </a:ext>
                </a:extLst>
              </p:cNvPr>
              <p:cNvGrpSpPr/>
              <p:nvPr/>
            </p:nvGrpSpPr>
            <p:grpSpPr>
              <a:xfrm>
                <a:off x="7148947" y="1575267"/>
                <a:ext cx="4490937" cy="3166638"/>
                <a:chOff x="7114160" y="1153027"/>
                <a:chExt cx="4490937" cy="3166638"/>
              </a:xfrm>
            </p:grpSpPr>
            <p:cxnSp>
              <p:nvCxnSpPr>
                <p:cNvPr id="61" name="Connector: Elbow 177">
                  <a:extLst>
                    <a:ext uri="{FF2B5EF4-FFF2-40B4-BE49-F238E27FC236}">
                      <a16:creationId xmlns:a16="http://schemas.microsoft.com/office/drawing/2014/main" id="{1B50A1B9-AB18-1E95-1573-1D91CB02A9D8}"/>
                    </a:ext>
                  </a:extLst>
                </p:cNvPr>
                <p:cNvCxnSpPr>
                  <a:cxnSpLocks/>
                  <a:stCxn id="76" idx="3"/>
                  <a:endCxn id="74" idx="0"/>
                </p:cNvCxnSpPr>
                <p:nvPr/>
              </p:nvCxnSpPr>
              <p:spPr>
                <a:xfrm>
                  <a:off x="8498258" y="2218623"/>
                  <a:ext cx="861363" cy="215437"/>
                </a:xfrm>
                <a:prstGeom prst="bentConnector2">
                  <a:avLst/>
                </a:prstGeom>
                <a:ln w="25400">
                  <a:solidFill>
                    <a:srgbClr val="0070C0"/>
                  </a:solidFill>
                  <a:tailEnd type="triangle" w="lg" len="lg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62" name="Group 61">
                  <a:extLst>
                    <a:ext uri="{FF2B5EF4-FFF2-40B4-BE49-F238E27FC236}">
                      <a16:creationId xmlns:a16="http://schemas.microsoft.com/office/drawing/2014/main" id="{FA0BDF52-B98E-F9EE-C117-32FDDFDFB46C}"/>
                    </a:ext>
                  </a:extLst>
                </p:cNvPr>
                <p:cNvGrpSpPr/>
                <p:nvPr/>
              </p:nvGrpSpPr>
              <p:grpSpPr>
                <a:xfrm>
                  <a:off x="7114160" y="1153027"/>
                  <a:ext cx="4490937" cy="3166638"/>
                  <a:chOff x="7114160" y="1153027"/>
                  <a:chExt cx="4490937" cy="3166638"/>
                </a:xfrm>
              </p:grpSpPr>
              <p:sp>
                <p:nvSpPr>
                  <p:cNvPr id="63" name="TextBox 62">
                    <a:extLst>
                      <a:ext uri="{FF2B5EF4-FFF2-40B4-BE49-F238E27FC236}">
                        <a16:creationId xmlns:a16="http://schemas.microsoft.com/office/drawing/2014/main" id="{EFFA2CED-F393-4534-CF34-50CAD74EF849}"/>
                      </a:ext>
                    </a:extLst>
                  </p:cNvPr>
                  <p:cNvSpPr txBox="1"/>
                  <p:nvPr/>
                </p:nvSpPr>
                <p:spPr>
                  <a:xfrm>
                    <a:off x="8258594" y="1153027"/>
                    <a:ext cx="2214014" cy="276999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200" b="1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Application Server</a:t>
                    </a:r>
                  </a:p>
                </p:txBody>
              </p:sp>
              <p:sp>
                <p:nvSpPr>
                  <p:cNvPr id="64" name="Rectangle: Rounded Corners 70">
                    <a:extLst>
                      <a:ext uri="{FF2B5EF4-FFF2-40B4-BE49-F238E27FC236}">
                        <a16:creationId xmlns:a16="http://schemas.microsoft.com/office/drawing/2014/main" id="{B5B27301-35F4-C86A-4996-8173AC74995A}"/>
                      </a:ext>
                    </a:extLst>
                  </p:cNvPr>
                  <p:cNvSpPr/>
                  <p:nvPr/>
                </p:nvSpPr>
                <p:spPr>
                  <a:xfrm>
                    <a:off x="7114160" y="1454714"/>
                    <a:ext cx="4490937" cy="2864951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5" name="Rectangle: Rounded Corners 79">
                    <a:extLst>
                      <a:ext uri="{FF2B5EF4-FFF2-40B4-BE49-F238E27FC236}">
                        <a16:creationId xmlns:a16="http://schemas.microsoft.com/office/drawing/2014/main" id="{59F8F121-402C-3EAD-F978-D2034BD2CC36}"/>
                      </a:ext>
                    </a:extLst>
                  </p:cNvPr>
                  <p:cNvSpPr/>
                  <p:nvPr/>
                </p:nvSpPr>
                <p:spPr>
                  <a:xfrm>
                    <a:off x="7717276" y="3601762"/>
                    <a:ext cx="3284703" cy="496111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66" name="Group 65">
                    <a:extLst>
                      <a:ext uri="{FF2B5EF4-FFF2-40B4-BE49-F238E27FC236}">
                        <a16:creationId xmlns:a16="http://schemas.microsoft.com/office/drawing/2014/main" id="{A31BD99D-D022-9BBD-A96B-22C05A9F53D5}"/>
                      </a:ext>
                    </a:extLst>
                  </p:cNvPr>
                  <p:cNvGrpSpPr/>
                  <p:nvPr/>
                </p:nvGrpSpPr>
                <p:grpSpPr>
                  <a:xfrm>
                    <a:off x="7717275" y="1695342"/>
                    <a:ext cx="786279" cy="1046562"/>
                    <a:chOff x="7717275" y="1695342"/>
                    <a:chExt cx="786279" cy="1046562"/>
                  </a:xfrm>
                </p:grpSpPr>
                <p:sp>
                  <p:nvSpPr>
                    <p:cNvPr id="75" name="TextBox 74">
                      <a:extLst>
                        <a:ext uri="{FF2B5EF4-FFF2-40B4-BE49-F238E27FC236}">
                          <a16:creationId xmlns:a16="http://schemas.microsoft.com/office/drawing/2014/main" id="{836EB4AB-EFFA-9156-9FE7-6EA36522AB8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722571" y="1975414"/>
                      <a:ext cx="78098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Selected</a:t>
                      </a:r>
                    </a:p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</a:t>
                      </a:r>
                    </a:p>
                  </p:txBody>
                </p:sp>
                <p:sp>
                  <p:nvSpPr>
                    <p:cNvPr id="76" name="Rectangle: Rounded Corners 144">
                      <a:extLst>
                        <a:ext uri="{FF2B5EF4-FFF2-40B4-BE49-F238E27FC236}">
                          <a16:creationId xmlns:a16="http://schemas.microsoft.com/office/drawing/2014/main" id="{0BF1AECA-3950-E1A5-23F3-2484DDAD02B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717275" y="1695342"/>
                      <a:ext cx="780983" cy="1046562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E484EEF7-ED1E-F80C-37FE-7FC351B5ACAF}"/>
                      </a:ext>
                    </a:extLst>
                  </p:cNvPr>
                  <p:cNvCxnSpPr>
                    <a:cxnSpLocks/>
                    <a:stCxn id="76" idx="2"/>
                  </p:cNvCxnSpPr>
                  <p:nvPr/>
                </p:nvCxnSpPr>
                <p:spPr>
                  <a:xfrm flipH="1">
                    <a:off x="8104761" y="2741904"/>
                    <a:ext cx="3006" cy="859858"/>
                  </a:xfrm>
                  <a:prstGeom prst="straightConnector1">
                    <a:avLst/>
                  </a:prstGeom>
                  <a:ln w="25400">
                    <a:solidFill>
                      <a:srgbClr val="0070C0"/>
                    </a:solidFill>
                    <a:headEnd type="triangle" w="lg" len="lg"/>
                    <a:tailEnd type="non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8" name="Group 67">
                    <a:extLst>
                      <a:ext uri="{FF2B5EF4-FFF2-40B4-BE49-F238E27FC236}">
                        <a16:creationId xmlns:a16="http://schemas.microsoft.com/office/drawing/2014/main" id="{9348615D-E11C-DBED-240F-9B42F36F98A3}"/>
                      </a:ext>
                    </a:extLst>
                  </p:cNvPr>
                  <p:cNvGrpSpPr/>
                  <p:nvPr/>
                </p:nvGrpSpPr>
                <p:grpSpPr>
                  <a:xfrm>
                    <a:off x="8899342" y="2434060"/>
                    <a:ext cx="920557" cy="623170"/>
                    <a:chOff x="8899342" y="2434060"/>
                    <a:chExt cx="920557" cy="623170"/>
                  </a:xfrm>
                </p:grpSpPr>
                <p:sp>
                  <p:nvSpPr>
                    <p:cNvPr id="73" name="TextBox 72">
                      <a:extLst>
                        <a:ext uri="{FF2B5EF4-FFF2-40B4-BE49-F238E27FC236}">
                          <a16:creationId xmlns:a16="http://schemas.microsoft.com/office/drawing/2014/main" id="{500CB2D2-00B1-2381-B0FB-A0C44B1523D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8921601" y="2519403"/>
                      <a:ext cx="873957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Clustering</a:t>
                      </a:r>
                    </a:p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</a:t>
                      </a:r>
                    </a:p>
                  </p:txBody>
                </p:sp>
                <p:sp>
                  <p:nvSpPr>
                    <p:cNvPr id="74" name="Rectangle: Rounded Corners 156">
                      <a:extLst>
                        <a:ext uri="{FF2B5EF4-FFF2-40B4-BE49-F238E27FC236}">
                          <a16:creationId xmlns:a16="http://schemas.microsoft.com/office/drawing/2014/main" id="{4289E4EE-CAA8-8542-8A19-C70E1E8FD0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8899342" y="2434060"/>
                      <a:ext cx="920557" cy="623170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</p:grpSp>
              <p:grpSp>
                <p:nvGrpSpPr>
                  <p:cNvPr id="69" name="Group 68">
                    <a:extLst>
                      <a:ext uri="{FF2B5EF4-FFF2-40B4-BE49-F238E27FC236}">
                        <a16:creationId xmlns:a16="http://schemas.microsoft.com/office/drawing/2014/main" id="{DBEDE1FD-A67D-2BF4-5C9C-B9AC073058E0}"/>
                      </a:ext>
                    </a:extLst>
                  </p:cNvPr>
                  <p:cNvGrpSpPr/>
                  <p:nvPr/>
                </p:nvGrpSpPr>
                <p:grpSpPr>
                  <a:xfrm>
                    <a:off x="10056371" y="2435028"/>
                    <a:ext cx="920557" cy="623170"/>
                    <a:chOff x="10056371" y="2435028"/>
                    <a:chExt cx="920557" cy="623170"/>
                  </a:xfrm>
                </p:grpSpPr>
                <p:sp>
                  <p:nvSpPr>
                    <p:cNvPr id="71" name="Rectangle: Rounded Corners 158">
                      <a:extLst>
                        <a:ext uri="{FF2B5EF4-FFF2-40B4-BE49-F238E27FC236}">
                          <a16:creationId xmlns:a16="http://schemas.microsoft.com/office/drawing/2014/main" id="{E784EA8F-E85E-40C5-50A3-04477D47367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10056371" y="2435028"/>
                      <a:ext cx="920557" cy="623170"/>
                    </a:xfrm>
                    <a:prstGeom prst="roundRect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US"/>
                    </a:p>
                  </p:txBody>
                </p:sp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38379862-DF02-59C8-FC05-EAED15ACDD8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10091692" y="2517733"/>
                      <a:ext cx="849913" cy="461665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Heat Map</a:t>
                      </a:r>
                    </a:p>
                    <a:p>
                      <a:pPr algn="ctr"/>
                      <a:r>
                        <a:rPr lang="en-US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Module</a:t>
                      </a:r>
                    </a:p>
                  </p:txBody>
                </p:sp>
              </p:grpSp>
              <p:cxnSp>
                <p:nvCxnSpPr>
                  <p:cNvPr id="70" name="Connector: Elbow 180">
                    <a:extLst>
                      <a:ext uri="{FF2B5EF4-FFF2-40B4-BE49-F238E27FC236}">
                        <a16:creationId xmlns:a16="http://schemas.microsoft.com/office/drawing/2014/main" id="{AA58044A-71C9-AB10-0EF1-7DF31DF6F1B3}"/>
                      </a:ext>
                    </a:extLst>
                  </p:cNvPr>
                  <p:cNvCxnSpPr>
                    <a:cxnSpLocks/>
                    <a:stCxn id="76" idx="3"/>
                    <a:endCxn id="71" idx="0"/>
                  </p:cNvCxnSpPr>
                  <p:nvPr/>
                </p:nvCxnSpPr>
                <p:spPr>
                  <a:xfrm>
                    <a:off x="8498258" y="2218623"/>
                    <a:ext cx="2018392" cy="216405"/>
                  </a:xfrm>
                  <a:prstGeom prst="bentConnector2">
                    <a:avLst/>
                  </a:prstGeom>
                  <a:ln w="25400">
                    <a:solidFill>
                      <a:srgbClr val="0070C0"/>
                    </a:solidFill>
                    <a:tailEnd type="triangle" w="lg" len="lg"/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37" name="Connector: Curved 202">
              <a:extLst>
                <a:ext uri="{FF2B5EF4-FFF2-40B4-BE49-F238E27FC236}">
                  <a16:creationId xmlns:a16="http://schemas.microsoft.com/office/drawing/2014/main" id="{20CDBC1C-4238-BBF3-5B78-0D362B428D49}"/>
                </a:ext>
              </a:extLst>
            </p:cNvPr>
            <p:cNvCxnSpPr>
              <a:cxnSpLocks/>
              <a:stCxn id="51" idx="0"/>
              <a:endCxn id="38" idx="1"/>
            </p:cNvCxnSpPr>
            <p:nvPr/>
          </p:nvCxnSpPr>
          <p:spPr>
            <a:xfrm rot="5400000" flipH="1" flipV="1">
              <a:off x="8737636" y="2209037"/>
              <a:ext cx="242809" cy="338205"/>
            </a:xfrm>
            <a:prstGeom prst="curved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237C31E2-3FD1-E009-9D66-97382140658C}"/>
                </a:ext>
              </a:extLst>
            </p:cNvPr>
            <p:cNvSpPr txBox="1"/>
            <p:nvPr/>
          </p:nvSpPr>
          <p:spPr>
            <a:xfrm>
              <a:off x="9028143" y="2056679"/>
              <a:ext cx="12856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>
                  <a:latin typeface="Arial" panose="020B0604020202020204" pitchFamily="34" charset="0"/>
                  <a:cs typeface="Arial" panose="020B0604020202020204" pitchFamily="34" charset="0"/>
                </a:rPr>
                <a:t>Incident / Traffic</a:t>
              </a:r>
            </a:p>
            <a:p>
              <a:r>
                <a:rPr lang="en-US" sz="1000" i="1" dirty="0">
                  <a:latin typeface="Arial" panose="020B0604020202020204" pitchFamily="34" charset="0"/>
                  <a:cs typeface="Arial" panose="020B0604020202020204" pitchFamily="34" charset="0"/>
                </a:rPr>
                <a:t>Coordinates</a:t>
              </a:r>
            </a:p>
          </p:txBody>
        </p:sp>
        <p:cxnSp>
          <p:nvCxnSpPr>
            <p:cNvPr id="39" name="Connector: Curved 209">
              <a:extLst>
                <a:ext uri="{FF2B5EF4-FFF2-40B4-BE49-F238E27FC236}">
                  <a16:creationId xmlns:a16="http://schemas.microsoft.com/office/drawing/2014/main" id="{EB8E87B4-ACE5-DDAC-766F-F8066A6A6B25}"/>
                </a:ext>
              </a:extLst>
            </p:cNvPr>
            <p:cNvCxnSpPr>
              <a:cxnSpLocks/>
              <a:stCxn id="52" idx="0"/>
              <a:endCxn id="40" idx="1"/>
            </p:cNvCxnSpPr>
            <p:nvPr/>
          </p:nvCxnSpPr>
          <p:spPr>
            <a:xfrm rot="5400000" flipH="1" flipV="1">
              <a:off x="9875338" y="2492901"/>
              <a:ext cx="603124" cy="458658"/>
            </a:xfrm>
            <a:prstGeom prst="curved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36CE968-B451-09A3-71B2-A88C11345FF3}"/>
                </a:ext>
              </a:extLst>
            </p:cNvPr>
            <p:cNvSpPr txBox="1"/>
            <p:nvPr/>
          </p:nvSpPr>
          <p:spPr>
            <a:xfrm>
              <a:off x="10406229" y="2220613"/>
              <a:ext cx="98872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>
                  <a:latin typeface="Arial" panose="020B0604020202020204" pitchFamily="34" charset="0"/>
                  <a:cs typeface="Arial" panose="020B0604020202020204" pitchFamily="34" charset="0"/>
                </a:rPr>
                <a:t>Cluster</a:t>
              </a:r>
            </a:p>
            <a:p>
              <a:r>
                <a:rPr lang="en-US" sz="1000" i="1" dirty="0">
                  <a:latin typeface="Arial" panose="020B0604020202020204" pitchFamily="34" charset="0"/>
                  <a:cs typeface="Arial" panose="020B0604020202020204" pitchFamily="34" charset="0"/>
                </a:rPr>
                <a:t>Assignments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9F7ED743-27EF-BF46-4718-C56B225E927B}"/>
                </a:ext>
              </a:extLst>
            </p:cNvPr>
            <p:cNvSpPr txBox="1"/>
            <p:nvPr/>
          </p:nvSpPr>
          <p:spPr>
            <a:xfrm>
              <a:off x="2880503" y="3112913"/>
              <a:ext cx="1285693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i="1" dirty="0">
                  <a:latin typeface="Arial" panose="020B0604020202020204" pitchFamily="34" charset="0"/>
                  <a:cs typeface="Arial" panose="020B0604020202020204" pitchFamily="34" charset="0"/>
                </a:rPr>
                <a:t>Request Historical</a:t>
              </a:r>
            </a:p>
            <a:p>
              <a:r>
                <a:rPr lang="en-US" sz="1000" i="1" dirty="0">
                  <a:latin typeface="Arial" panose="020B0604020202020204" pitchFamily="34" charset="0"/>
                  <a:cs typeface="Arial" panose="020B0604020202020204" pitchFamily="34" charset="0"/>
                </a:rPr>
                <a:t>Incident Data</a:t>
              </a:r>
            </a:p>
          </p:txBody>
        </p:sp>
        <p:cxnSp>
          <p:nvCxnSpPr>
            <p:cNvPr id="42" name="Connector: Curved 235">
              <a:extLst>
                <a:ext uri="{FF2B5EF4-FFF2-40B4-BE49-F238E27FC236}">
                  <a16:creationId xmlns:a16="http://schemas.microsoft.com/office/drawing/2014/main" id="{0E7E86AA-0A6F-0416-C85B-DF4BE4C0521F}"/>
                </a:ext>
              </a:extLst>
            </p:cNvPr>
            <p:cNvCxnSpPr>
              <a:cxnSpLocks/>
              <a:stCxn id="47" idx="0"/>
              <a:endCxn id="41" idx="1"/>
            </p:cNvCxnSpPr>
            <p:nvPr/>
          </p:nvCxnSpPr>
          <p:spPr>
            <a:xfrm rot="5400000" flipH="1" flipV="1">
              <a:off x="2334413" y="3460791"/>
              <a:ext cx="693912" cy="398267"/>
            </a:xfrm>
            <a:prstGeom prst="curvedConnector2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581608F6-8FA6-412C-25BB-80BA1CD46B3F}"/>
                </a:ext>
              </a:extLst>
            </p:cNvPr>
            <p:cNvGrpSpPr/>
            <p:nvPr/>
          </p:nvGrpSpPr>
          <p:grpSpPr>
            <a:xfrm>
              <a:off x="2726278" y="5302075"/>
              <a:ext cx="1919927" cy="1184717"/>
              <a:chOff x="-209652" y="4789512"/>
              <a:chExt cx="1919927" cy="1184717"/>
            </a:xfrm>
          </p:grpSpPr>
          <p:cxnSp>
            <p:nvCxnSpPr>
              <p:cNvPr id="56" name="Connector: Curved 224">
                <a:extLst>
                  <a:ext uri="{FF2B5EF4-FFF2-40B4-BE49-F238E27FC236}">
                    <a16:creationId xmlns:a16="http://schemas.microsoft.com/office/drawing/2014/main" id="{C425235E-08BC-2584-CAEB-E1AAE6B2E7F6}"/>
                  </a:ext>
                </a:extLst>
              </p:cNvPr>
              <p:cNvCxnSpPr>
                <a:cxnSpLocks/>
                <a:stCxn id="57" idx="2"/>
                <a:endCxn id="58" idx="0"/>
              </p:cNvCxnSpPr>
              <p:nvPr/>
            </p:nvCxnSpPr>
            <p:spPr>
              <a:xfrm rot="10800000" flipV="1">
                <a:off x="570263" y="4855391"/>
                <a:ext cx="877709" cy="718727"/>
              </a:xfrm>
              <a:prstGeom prst="curvedConnector2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Oval 56">
                <a:extLst>
                  <a:ext uri="{FF2B5EF4-FFF2-40B4-BE49-F238E27FC236}">
                    <a16:creationId xmlns:a16="http://schemas.microsoft.com/office/drawing/2014/main" id="{E83C887C-85D6-1FBC-1BAE-DBF754DC5E6A}"/>
                  </a:ext>
                </a:extLst>
              </p:cNvPr>
              <p:cNvSpPr/>
              <p:nvPr/>
            </p:nvSpPr>
            <p:spPr>
              <a:xfrm>
                <a:off x="1447971" y="4789512"/>
                <a:ext cx="262304" cy="13176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37E45FA-61CF-6EF3-2C15-0493320CF10D}"/>
                  </a:ext>
                </a:extLst>
              </p:cNvPr>
              <p:cNvSpPr txBox="1"/>
              <p:nvPr/>
            </p:nvSpPr>
            <p:spPr>
              <a:xfrm>
                <a:off x="-209652" y="5574119"/>
                <a:ext cx="155982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Request Recent</a:t>
                </a:r>
              </a:p>
              <a:p>
                <a:r>
                  <a:rPr lang="en-US" sz="1000" i="1" dirty="0">
                    <a:latin typeface="Arial" panose="020B0604020202020204" pitchFamily="34" charset="0"/>
                    <a:cs typeface="Arial" panose="020B0604020202020204" pitchFamily="34" charset="0"/>
                  </a:rPr>
                  <a:t>Incident and Traffic Data</a:t>
                </a:r>
              </a:p>
            </p:txBody>
          </p:sp>
        </p:grp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1E98B49A-D7EC-E641-4846-ACE6C2372976}"/>
                </a:ext>
              </a:extLst>
            </p:cNvPr>
            <p:cNvGrpSpPr/>
            <p:nvPr/>
          </p:nvGrpSpPr>
          <p:grpSpPr>
            <a:xfrm>
              <a:off x="5282035" y="5095220"/>
              <a:ext cx="1080745" cy="1371600"/>
              <a:chOff x="4579732" y="5094105"/>
              <a:chExt cx="1080745" cy="1371600"/>
            </a:xfrm>
          </p:grpSpPr>
          <p:sp>
            <p:nvSpPr>
              <p:cNvPr id="53" name="Rectangle: Rounded Corners 82">
                <a:extLst>
                  <a:ext uri="{FF2B5EF4-FFF2-40B4-BE49-F238E27FC236}">
                    <a16:creationId xmlns:a16="http://schemas.microsoft.com/office/drawing/2014/main" id="{5F800BFD-7AB9-191A-FC07-9B98D9218FEA}"/>
                  </a:ext>
                </a:extLst>
              </p:cNvPr>
              <p:cNvSpPr/>
              <p:nvPr/>
            </p:nvSpPr>
            <p:spPr>
              <a:xfrm>
                <a:off x="4604223" y="5094105"/>
                <a:ext cx="997149" cy="1371600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591D9E9-ACDB-922A-3B1D-4156892ED649}"/>
                  </a:ext>
                </a:extLst>
              </p:cNvPr>
              <p:cNvSpPr txBox="1"/>
              <p:nvPr/>
            </p:nvSpPr>
            <p:spPr>
              <a:xfrm>
                <a:off x="4579732" y="5129510"/>
                <a:ext cx="108074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Data Update</a:t>
                </a:r>
              </a:p>
              <a:p>
                <a:pPr algn="ctr"/>
                <a:r>
                  <a:rPr lang="en-US" sz="12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Server</a:t>
                </a:r>
              </a:p>
            </p:txBody>
          </p:sp>
          <p:sp>
            <p:nvSpPr>
              <p:cNvPr id="55" name="Cube 54">
                <a:extLst>
                  <a:ext uri="{FF2B5EF4-FFF2-40B4-BE49-F238E27FC236}">
                    <a16:creationId xmlns:a16="http://schemas.microsoft.com/office/drawing/2014/main" id="{12414F07-4A2B-72F1-EC18-A68C34ACDE7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5004224" y="5891573"/>
                <a:ext cx="243840" cy="365760"/>
              </a:xfrm>
              <a:prstGeom prst="cube">
                <a:avLst/>
              </a:prstGeom>
              <a:noFill/>
              <a:scene3d>
                <a:camera prst="orthographicFront">
                  <a:rot lat="0" lon="0" rev="0"/>
                </a:camera>
                <a:lightRig rig="threePt" dir="t"/>
              </a:scene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45" name="Connector: Elbow 127">
              <a:extLst>
                <a:ext uri="{FF2B5EF4-FFF2-40B4-BE49-F238E27FC236}">
                  <a16:creationId xmlns:a16="http://schemas.microsoft.com/office/drawing/2014/main" id="{D4FAE129-9B94-F7F5-FB7A-234D9788D2B2}"/>
                </a:ext>
              </a:extLst>
            </p:cNvPr>
            <p:cNvCxnSpPr>
              <a:cxnSpLocks/>
              <a:stCxn id="87" idx="4"/>
            </p:cNvCxnSpPr>
            <p:nvPr/>
          </p:nvCxnSpPr>
          <p:spPr>
            <a:xfrm rot="5400000">
              <a:off x="1893596" y="4528384"/>
              <a:ext cx="1371600" cy="1444752"/>
            </a:xfrm>
            <a:prstGeom prst="bentConnector2">
              <a:avLst/>
            </a:prstGeom>
            <a:ln w="25400">
              <a:solidFill>
                <a:srgbClr val="0070C0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F0B1F752-F44B-BD6F-2DC0-226CF5A0B44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2842" y="2597435"/>
              <a:ext cx="2303152" cy="0"/>
            </a:xfrm>
            <a:prstGeom prst="straightConnector1">
              <a:avLst/>
            </a:prstGeom>
            <a:ln w="25400">
              <a:solidFill>
                <a:srgbClr val="0070C0"/>
              </a:solidFill>
              <a:headEnd type="triangle" w="lg" len="lg"/>
              <a:tailEnd type="non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AB061387-3EBE-7BA6-AC7D-55D0F8BECC0A}"/>
                </a:ext>
              </a:extLst>
            </p:cNvPr>
            <p:cNvSpPr/>
            <p:nvPr/>
          </p:nvSpPr>
          <p:spPr>
            <a:xfrm>
              <a:off x="2418228" y="4006880"/>
              <a:ext cx="128016" cy="265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48" name="Connector: Elbow 127">
              <a:extLst>
                <a:ext uri="{FF2B5EF4-FFF2-40B4-BE49-F238E27FC236}">
                  <a16:creationId xmlns:a16="http://schemas.microsoft.com/office/drawing/2014/main" id="{09CFBC3E-00D8-7D5E-72B2-7F5FDAEB9530}"/>
                </a:ext>
              </a:extLst>
            </p:cNvPr>
            <p:cNvCxnSpPr>
              <a:cxnSpLocks/>
              <a:stCxn id="87" idx="6"/>
              <a:endCxn id="53" idx="1"/>
            </p:cNvCxnSpPr>
            <p:nvPr/>
          </p:nvCxnSpPr>
          <p:spPr>
            <a:xfrm>
              <a:off x="3721682" y="4143651"/>
              <a:ext cx="1584844" cy="1637369"/>
            </a:xfrm>
            <a:prstGeom prst="bentConnector3">
              <a:avLst>
                <a:gd name="adj1" fmla="val 50000"/>
              </a:avLst>
            </a:prstGeom>
            <a:ln w="25400">
              <a:solidFill>
                <a:srgbClr val="0070C0"/>
              </a:solidFill>
              <a:headEnd type="triangl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>
              <a:extLst>
                <a:ext uri="{FF2B5EF4-FFF2-40B4-BE49-F238E27FC236}">
                  <a16:creationId xmlns:a16="http://schemas.microsoft.com/office/drawing/2014/main" id="{0027A370-8660-B228-7554-EDA8B31B2E8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306526" y="5551665"/>
              <a:ext cx="99714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Connector: Elbow 127">
              <a:extLst>
                <a:ext uri="{FF2B5EF4-FFF2-40B4-BE49-F238E27FC236}">
                  <a16:creationId xmlns:a16="http://schemas.microsoft.com/office/drawing/2014/main" id="{2141FA36-BA59-0CF6-F0E5-98C90E69DF18}"/>
                </a:ext>
              </a:extLst>
            </p:cNvPr>
            <p:cNvCxnSpPr>
              <a:cxnSpLocks/>
              <a:stCxn id="53" idx="0"/>
            </p:cNvCxnSpPr>
            <p:nvPr/>
          </p:nvCxnSpPr>
          <p:spPr>
            <a:xfrm rot="16200000" flipV="1">
              <a:off x="4425385" y="3715503"/>
              <a:ext cx="2242949" cy="516485"/>
            </a:xfrm>
            <a:prstGeom prst="bentConnector2">
              <a:avLst/>
            </a:prstGeom>
            <a:ln w="25400">
              <a:solidFill>
                <a:srgbClr val="0070C0"/>
              </a:solidFill>
              <a:headEnd type="none" w="lg" len="lg"/>
              <a:tailEnd type="triangle" w="lg" len="lg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02F1DAF8-0D34-E205-B70B-04B2D1E45C99}"/>
                </a:ext>
              </a:extLst>
            </p:cNvPr>
            <p:cNvSpPr/>
            <p:nvPr/>
          </p:nvSpPr>
          <p:spPr>
            <a:xfrm>
              <a:off x="8625930" y="2499543"/>
              <a:ext cx="128016" cy="265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3F9E3EBF-6497-BBF2-1F15-F67046F0FB56}"/>
                </a:ext>
              </a:extLst>
            </p:cNvPr>
            <p:cNvSpPr/>
            <p:nvPr/>
          </p:nvSpPr>
          <p:spPr>
            <a:xfrm>
              <a:off x="9883563" y="3023792"/>
              <a:ext cx="128016" cy="265176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218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61</Words>
  <Application>Microsoft Macintosh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Roboto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Khoa Dang</dc:creator>
  <cp:lastModifiedBy>Denise Lintereur</cp:lastModifiedBy>
  <cp:revision>4</cp:revision>
  <dcterms:created xsi:type="dcterms:W3CDTF">2026-09-13T12:49:37Z</dcterms:created>
  <dcterms:modified xsi:type="dcterms:W3CDTF">2026-09-13T16:37:02Z</dcterms:modified>
</cp:coreProperties>
</file>